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001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22B4A-B37C-A8C1-8911-2B0EE47642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7268AE-E2E3-5F12-EC16-B19D32873F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00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8878F9-6ACA-5559-1573-D17492B8F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20609-F74F-49ED-B263-7189F572A603}" type="datetimeFigureOut">
              <a:rPr lang="en-001" smtClean="0"/>
              <a:t>28/10/2025</a:t>
            </a:fld>
            <a:endParaRPr lang="en-001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8A01AC-43CD-350D-CD2B-BCEB70C2B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525264-6AF1-F859-9865-6E7714BD0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9BEF6-A909-43E4-BF80-4F9ADBEA2FEC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12650334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054BA-53D4-7A3C-91C4-655D17BE1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E865EE-0B59-7CB1-00A3-6DB8380451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393507-6E3A-CA2D-F3A0-4385693F1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20609-F74F-49ED-B263-7189F572A603}" type="datetimeFigureOut">
              <a:rPr lang="en-001" smtClean="0"/>
              <a:t>28/10/2025</a:t>
            </a:fld>
            <a:endParaRPr lang="en-001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6174A9-22E4-F1BD-3F2C-AC5D0CB64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1ED049-4E20-E5DF-3C27-419082030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9BEF6-A909-43E4-BF80-4F9ADBEA2FEC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33514277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D618E-3C67-32A1-3980-DBE44BC65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9CFED5-91A7-D5D4-D7A8-7D14955FE2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E6847A-0013-E476-1BC2-C0DABB7C2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20609-F74F-49ED-B263-7189F572A603}" type="datetimeFigureOut">
              <a:rPr lang="en-001" smtClean="0"/>
              <a:t>28/10/2025</a:t>
            </a:fld>
            <a:endParaRPr lang="en-001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441FE2-1C10-5C32-AB4E-5DF15DFC4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1E3E20-AC9A-480B-BF1E-064666E68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9BEF6-A909-43E4-BF80-4F9ADBEA2FEC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1646935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71F41-A49C-B3B7-7095-5A21CD65E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7677A3-278C-89DB-03B0-F734D6E922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D5DFA3-BFF4-6A28-EEFC-F563176AE2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507479-3A27-B920-CBC4-F4721C2DC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20609-F74F-49ED-B263-7189F572A603}" type="datetimeFigureOut">
              <a:rPr lang="en-001" smtClean="0"/>
              <a:t>28/10/2025</a:t>
            </a:fld>
            <a:endParaRPr lang="en-001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EC4488-F0D2-09B2-2195-74EBA0147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7249A5-1B68-6766-30FB-FCEE43D4B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9BEF6-A909-43E4-BF80-4F9ADBEA2FEC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37965419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B2D3E-F1CC-0D3D-2020-E9BADFEA8E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B64C6E-7CF6-0BCF-1BAE-311A5F88BC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FC3C45-7CDD-9CC6-2B42-EA72D0F3A9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00D0FC-CC69-5135-EE4A-E327B40C6B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F4F557-0EFD-234A-C668-0E02299C8F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563C8A-332E-479D-F89E-66AB916A2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20609-F74F-49ED-B263-7189F572A603}" type="datetimeFigureOut">
              <a:rPr lang="en-001" smtClean="0"/>
              <a:t>28/10/2025</a:t>
            </a:fld>
            <a:endParaRPr lang="en-001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5DB62A-1102-3253-797A-13D407889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D32C45-5F45-0CA7-F559-E39B8AE1B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9BEF6-A909-43E4-BF80-4F9ADBEA2FEC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1898320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45453-8094-EE0C-2AF3-26A737E7E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6FB8F6-1D49-EDBF-AFCC-B69442E9E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20609-F74F-49ED-B263-7189F572A603}" type="datetimeFigureOut">
              <a:rPr lang="en-001" smtClean="0"/>
              <a:t>28/10/2025</a:t>
            </a:fld>
            <a:endParaRPr lang="en-001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457316-115E-40A8-04E7-8559CCA669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55B8C7-8D9D-2EAD-8414-6160FB4B0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9BEF6-A909-43E4-BF80-4F9ADBEA2FEC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34834108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5651BC-C98E-BC28-5505-C9C2000D7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20609-F74F-49ED-B263-7189F572A603}" type="datetimeFigureOut">
              <a:rPr lang="en-001" smtClean="0"/>
              <a:t>28/10/2025</a:t>
            </a:fld>
            <a:endParaRPr lang="en-001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187AE6-BA9F-1460-9FD6-4BA9DD6B1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E83DCF-8A2A-2602-CCE5-052447A7A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9BEF6-A909-43E4-BF80-4F9ADBEA2FEC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22887221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9D39E-96F7-5124-551E-3F776C2F1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B77FFB-E38D-5420-2F42-055E249D87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A578F3-F8F9-6AFA-C5CF-F196531540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003778-492D-9107-F758-83A2752BB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20609-F74F-49ED-B263-7189F572A603}" type="datetimeFigureOut">
              <a:rPr lang="en-001" smtClean="0"/>
              <a:t>28/10/2025</a:t>
            </a:fld>
            <a:endParaRPr lang="en-001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806E73-E501-D490-6404-58ADCA35B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FEECDB-F4AD-EE58-70BB-AD93FB193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9BEF6-A909-43E4-BF80-4F9ADBEA2FEC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267945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06774-2590-752A-B2B1-752478FA3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6815BF-483A-F49E-EA4D-B3AD2801D3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001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2AB33A-151F-6B2A-30C5-5848D9CA27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36290F-BE17-9895-ECAB-2BD196DA7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20609-F74F-49ED-B263-7189F572A603}" type="datetimeFigureOut">
              <a:rPr lang="en-001" smtClean="0"/>
              <a:t>28/10/2025</a:t>
            </a:fld>
            <a:endParaRPr lang="en-001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480EE9-975F-F485-7E21-5D96E37B7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F7106B-F8A0-A682-2DA9-5DD0CC986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9BEF6-A909-43E4-BF80-4F9ADBEA2FEC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2404997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622E7-E227-F6F6-E9DC-AD5CC853B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87B46B-F259-03C0-DEB5-C0E9CD450D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254119-7C24-3B91-81EF-346364CEF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20609-F74F-49ED-B263-7189F572A603}" type="datetimeFigureOut">
              <a:rPr lang="en-001" smtClean="0"/>
              <a:t>28/10/2025</a:t>
            </a:fld>
            <a:endParaRPr lang="en-001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41994C-9389-A571-E069-95259E806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BB93D0-1AE1-E363-28E6-B7FD309DC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9BEF6-A909-43E4-BF80-4F9ADBEA2FEC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18730306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DF97A7F-C0FA-F2C1-C90C-4C0EB4EA6F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80834A-E118-BEA0-18A7-D5FB7E4AA7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0486FE-661F-467E-2F48-FAC92F6DB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20609-F74F-49ED-B263-7189F572A603}" type="datetimeFigureOut">
              <a:rPr lang="en-001" smtClean="0"/>
              <a:t>28/10/2025</a:t>
            </a:fld>
            <a:endParaRPr lang="en-001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C91991-9A3F-CBD1-5460-3C0386392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63E929-0D18-55FA-5FAD-EB695A9CC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9BEF6-A909-43E4-BF80-4F9ADBEA2FEC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40176893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B8FEBB-F352-6858-CCEA-FE6AB31160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912C2A-DEEE-AC2C-4666-6DAAE41A25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C4411E-3197-65D8-7DE6-650ED2DE71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A20609-F74F-49ED-B263-7189F572A603}" type="datetimeFigureOut">
              <a:rPr lang="en-001" smtClean="0"/>
              <a:t>28/10/2025</a:t>
            </a:fld>
            <a:endParaRPr lang="en-001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DBD325-7F28-0D4B-4E82-203B881F73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001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56C813-DFC4-36D9-35BF-F1DD262C9C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A9BEF6-A909-43E4-BF80-4F9ADBEA2FEC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324858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001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4BFD6-4320-4DBA-E3B4-34472A836D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712B1F-8EA5-E3FC-4BC5-38E863C29B2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20110962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SOLIM</dc:creator>
  <cp:lastModifiedBy>SOLIM</cp:lastModifiedBy>
  <cp:revision>1</cp:revision>
  <dcterms:created xsi:type="dcterms:W3CDTF">2025-10-28T12:51:05Z</dcterms:created>
  <dcterms:modified xsi:type="dcterms:W3CDTF">2025-10-28T12:51:31Z</dcterms:modified>
</cp:coreProperties>
</file>